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  <a:p>
            <a:r>
              <a:t>Data Engineering &amp; Analytics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Objectives Delivered:</a:t>
            </a:r>
          </a:p>
          <a:p>
            <a:pPr lvl="1"/>
            <a:r>
              <a:t>Automated ETL Pipeline across 10 datasets</a:t>
            </a:r>
          </a:p>
          <a:p>
            <a:pPr lvl="1"/>
            <a:r>
              <a:t>SQLite Star Schema Data Warehouse</a:t>
            </a:r>
          </a:p>
          <a:p>
            <a:pPr lvl="1"/>
            <a:r>
              <a:t>Analyzed 40 Funds across 5 AMCs</a:t>
            </a:r>
          </a:p>
          <a:p>
            <a:pPr lvl="1"/>
            <a:r>
              <a:t>Industry Average 3Y Return: 14.09%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5-Layer Data Architecture:</a:t>
            </a:r>
          </a:p>
          <a:p>
            <a:pPr lvl="1"/>
            <a:r>
              <a:t>1. Extract: 10 Raw CSVs + mfapi.in Live NAV</a:t>
            </a:r>
          </a:p>
          <a:p>
            <a:pPr lvl="1"/>
            <a:r>
              <a:t>2. Transform: Pandas cleaning, ffill, daily returns</a:t>
            </a:r>
          </a:p>
          <a:p>
            <a:pPr lvl="1"/>
            <a:r>
              <a:t>3. Load: SQLite (dim_fund, fact_nav, fact_performance, etc.)</a:t>
            </a:r>
          </a:p>
          <a:p>
            <a:pPr lvl="1"/>
            <a:r>
              <a:t>4. Analyze: Risk Metrics (Sharpe, Alpha, VaR)</a:t>
            </a:r>
          </a:p>
          <a:p>
            <a:pPr lvl="1"/>
            <a:r>
              <a:t>5. Visualise: Interactive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Funds (3Y Return)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  <a:gridCol w="1371600"/>
              </a:tblGrid>
              <a:tr h="121920">
                <a:tc>
                  <a:txBody>
                    <a:bodyPr/>
                    <a:lstStyle/>
                    <a:p>
                      <a:r>
                        <a:t>Scheme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3Y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Sharpe Ratio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SBI Small Cap Fund - Regular Plan - Grow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SBI Small Cap Fund - Direct Plan - Growt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ABSL Small Cap Fund - Regular -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Axis Small Cap Fund - Regular -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Nippon India Small Cap Fund - Regular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Significant AUM concentration in top 3 AMCs (SBI, ICICI, HDFC)</a:t>
            </a:r>
          </a:p>
          <a:p>
            <a:pPr lvl="1"/>
            <a:r>
              <a:t>SIP Inflows show strong resilience against market volatility</a:t>
            </a:r>
          </a:p>
          <a:p>
            <a:pPr lvl="1"/>
            <a:r>
              <a:t>Small Cap funds demonstrated highest alpha but with elevated Max Drawdown</a:t>
            </a:r>
          </a:p>
          <a:p>
            <a:pPr lvl="1"/>
            <a:r>
              <a:t>Platform is ready for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